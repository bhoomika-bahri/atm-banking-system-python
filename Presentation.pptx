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6257"/>
    <a:srgbClr val="52B78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51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0972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PIN-Based ATM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System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548640" y="3218688"/>
            <a:ext cx="347472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336499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banking simulation using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functions, dictionaries and file handling.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17830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4434840"/>
            <a:ext cx="17830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560320" y="4434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887968" y="0"/>
            <a:ext cx="25603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terminal-based ATM simulation running in Google Colab, built using core Python concepts.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270662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1481328"/>
            <a:ext cx="2706624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12064" y="1627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2084832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accounts with auto-assigned account numbers.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account number + PIN verification.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account details and transaction history.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81328"/>
            <a:ext cx="270662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1481328"/>
            <a:ext cx="2706624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64992" y="1627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084832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funds with immediate balance update.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funds with balance validation check.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inquiry at any point.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1481328"/>
            <a:ext cx="270662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53328" y="1481328"/>
            <a:ext cx="2706624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1627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Persistence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084832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in bank_data.txt (JSON).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load_data() restores state on startup.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save_data() writes state after every action.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and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887968" y="0"/>
            <a:ext cx="25603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04164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041648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" y="11338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Concepts Applied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" y="16916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96596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operation is a dedicated function — create_account(), login(), deposit(), withdraw().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2064" y="269748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97180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stored as nested dicts keyed by account number, enabling direct O(1) lookup.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370332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397764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 manage menus; if/elif/else chains handle all branching logic.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987552"/>
            <a:ext cx="404164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0" y="987552"/>
            <a:ext cx="4041648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19472" y="11338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19472" y="16916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196596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Jupyter Notebook satisfying the course requirement for interactive Python execution.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69748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Module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97180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and deserializes the account dictionary to bank_data.txt without any external database.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370332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Module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397764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os.path.exists() enables graceful first-run initialization when no file is present.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887968" y="0"/>
            <a:ext cx="25603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3931920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Entry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 — loads data, presents main menu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975104"/>
            <a:ext cx="3931920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create_account()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name + PIN, assigns account number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7249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962656"/>
            <a:ext cx="3931920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credentials, returns account number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7124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950208"/>
            <a:ext cx="3931920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user_menu()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Withdraw / Balance / Details / Logout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87552"/>
            <a:ext cx="404164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987552"/>
            <a:ext cx="4041648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19472" y="11338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9472" y="1609344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account stored as a nested dictionary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a unique account number: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19472" y="2231136"/>
            <a:ext cx="3712464" cy="20299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0" y="2304288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"1001": {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2564892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 "Alice",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2825496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"pin":   "1234",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3086100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"balance": 200.0,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3346704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"transactions": []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3607308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3867912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4370832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to bank_data.txt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Implementation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887968" y="0"/>
            <a:ext cx="25603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1605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" y="11338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1536192"/>
            <a:ext cx="3822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 + PIN matched against stored dictionary</a:t>
            </a:r>
            <a:endParaRPr lang="en-US" sz="11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 returns None — session denied</a:t>
            </a:r>
            <a:endParaRPr lang="en-US" sz="11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 token; re-login required each visit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1605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19472" y="11338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🧾  Account Creation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536192"/>
            <a:ext cx="3822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 auto-generated: len(data) + 1001</a:t>
            </a:r>
            <a:endParaRPr lang="en-US" sz="11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entry initialised with balance 0 and empty transaction list</a:t>
            </a:r>
            <a:endParaRPr lang="en-US" sz="11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name or PIN validation — simplified model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299923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7472" y="2999232"/>
            <a:ext cx="41605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2064" y="314553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💶  Transaction Updates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" y="3547872"/>
            <a:ext cx="3822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increments balance; no upper-bound check</a:t>
            </a:r>
            <a:endParaRPr lang="en-US" sz="11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validated: amount ≤ current balance</a:t>
            </a:r>
            <a:endParaRPr lang="en-US" sz="11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operation appended to transactions list as a string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99923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999232"/>
            <a:ext cx="41605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19472" y="314553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💾  File Persistence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3547872"/>
            <a:ext cx="3822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load_data() reads JSON on startup; returns {} if absent</a:t>
            </a:r>
            <a:endParaRPr lang="en-US" sz="11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save_data() called after every state-changing operation</a:t>
            </a:r>
            <a:endParaRPr lang="en-US" sz="11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is session-scoped in Colab unless file is downloaded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Behavior and Data Handling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887968" y="0"/>
            <a:ext cx="25603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04164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041648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" y="11338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Transitions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" y="166420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1901952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json.load() populates data from disk. Returns {} if no file exists.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48716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Created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" y="2724912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dict </a:t>
            </a:r>
            <a:r>
              <a:rPr lang="en-US" sz="1100" dirty="0">
                <a:solidFill>
                  <a:srgbClr val="53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r>
              <a:rPr lang="en-US" sz="11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inserted; save_data() writes immediately to bank_data.txt.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331012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 / Withdraw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" y="3547872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updated in-memory; transaction string appended; state saved.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" y="413308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End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" y="4370832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save_data() persists state. File survives only while session is active.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87552"/>
            <a:ext cx="404164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987552"/>
            <a:ext cx="4041648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19472" y="11338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and Verification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9472" y="1664208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format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193852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bank_data.txt is overwritten completely on every save, ensuring the latest state is always present.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26060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verification commands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2880360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the live demo to confirm file creation and inspect raw JSON content: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19472" y="3419856"/>
            <a:ext cx="3712464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0" y="349300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E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!ls -la bank_data.txt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8E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!cat bank_data.txt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4242816"/>
            <a:ext cx="3712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file existence and raw JSON content in Colab.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Scope &amp; 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848383"/>
            <a:ext cx="832104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840480" cy="325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163297"/>
            <a:ext cx="38404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1221145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Boundaries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17373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Simplified Authentication</a:t>
            </a:r>
            <a:endParaRPr lang="en-US" sz="1200" dirty="0">
              <a:solidFill>
                <a:srgbClr val="52B788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stored and compared as plain text — appropriate for an academic prototype.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26334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Input Validation</a:t>
            </a:r>
            <a:endParaRPr lang="en-US" sz="1200" dirty="0">
              <a:solidFill>
                <a:srgbClr val="52B78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2907792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 against non-numeric or negative inputs; well-formed input is assumed.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" y="352958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Session-Scoped Storage</a:t>
            </a:r>
            <a:endParaRPr lang="en-US" sz="1200" dirty="0">
              <a:solidFill>
                <a:srgbClr val="52B788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" y="3803904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bank_data.txt lives in the Colab runtime and resets when the session ends.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0600" y="1234440"/>
            <a:ext cx="3840480" cy="325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00600" y="1169782"/>
            <a:ext cx="38404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227630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56048" y="17373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Programming</a:t>
            </a:r>
            <a:endParaRPr lang="en-US" sz="1200" dirty="0">
              <a:solidFill>
                <a:srgbClr val="52B788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56048" y="201168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decomposed into focused, single-responsibility functions with a clear call hierarchy.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56048" y="26334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Management</a:t>
            </a:r>
            <a:endParaRPr lang="en-US" sz="1200" dirty="0">
              <a:solidFill>
                <a:srgbClr val="52B788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56048" y="2907792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dictionary maintained consistently across operations with read/write cycles.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56048" y="352958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File Handling</a:t>
            </a:r>
            <a:endParaRPr lang="en-US" sz="1200" dirty="0">
              <a:solidFill>
                <a:srgbClr val="52B788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56048" y="3803904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persistence layer — initialise, mutate, serialise — using only the Python standard library.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1BB00225-6C5B-3FC1-C423-80BABC8119CC}"/>
              </a:ext>
            </a:extLst>
          </p:cNvPr>
          <p:cNvSpPr/>
          <p:nvPr/>
        </p:nvSpPr>
        <p:spPr>
          <a:xfrm>
            <a:off x="3839186" y="4619462"/>
            <a:ext cx="1614791" cy="389041"/>
          </a:xfrm>
          <a:prstGeom prst="rect">
            <a:avLst/>
          </a:prstGeom>
          <a:gradFill flip="none" rotWithShape="1">
            <a:gsLst>
              <a:gs pos="0">
                <a:srgbClr val="2D6A4F">
                  <a:shade val="30000"/>
                  <a:satMod val="115000"/>
                </a:srgbClr>
              </a:gs>
              <a:gs pos="50000">
                <a:srgbClr val="2D6A4F">
                  <a:shade val="67500"/>
                  <a:satMod val="115000"/>
                </a:srgbClr>
              </a:gs>
              <a:gs pos="100000">
                <a:srgbClr val="2D6A4F">
                  <a:shade val="100000"/>
                  <a:satMod val="115000"/>
                </a:srgbClr>
              </a:gs>
            </a:gsLst>
            <a:lin ang="18900000" scaled="1"/>
            <a:tileRect/>
          </a:gra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7BEEF698-DAC0-FFDB-3979-D86EA594FD93}"/>
              </a:ext>
            </a:extLst>
          </p:cNvPr>
          <p:cNvSpPr/>
          <p:nvPr/>
        </p:nvSpPr>
        <p:spPr>
          <a:xfrm>
            <a:off x="4187952" y="4610113"/>
            <a:ext cx="8773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Thank you</a:t>
            </a:r>
            <a:endParaRPr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723</Words>
  <Application>Microsoft Office PowerPoint</Application>
  <PresentationFormat>On-screen Show (16:9)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PIN-Based ATM Banking System</dc:title>
  <dc:subject>PptxGenJS Presentation</dc:subject>
  <dc:creator>PptxGenJS</dc:creator>
  <cp:lastModifiedBy>Bhoomika Bahri</cp:lastModifiedBy>
  <cp:revision>7</cp:revision>
  <dcterms:created xsi:type="dcterms:W3CDTF">2026-04-29T00:32:19Z</dcterms:created>
  <dcterms:modified xsi:type="dcterms:W3CDTF">2026-05-03T20:13:06Z</dcterms:modified>
</cp:coreProperties>
</file>